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IPC DATA TEAM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Q1 2026 BUSINESS REVIEW</a:t>
            </a:r>
          </a:p>
          <a:p>
            <a:pPr algn="ctr">
              <a:spcBef>
                <a:spcPts val="1200"/>
              </a:spcBef>
              <a:defRPr sz="1600">
                <a:solidFill>
                  <a:srgbClr val="FFCCCC"/>
                </a:solidFill>
              </a:defRPr>
            </a:pPr>
            <a:r>
              <a:t>What we shipped · What was hard · Where we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Q1 Achievements (Slides 2-4) · Q1 Challenges (Slide 5) · Q2 Plan (Slides 6-8)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Q1 ACHIEVEMENTS — DASHBOARDS &amp; REPORTING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4 production dashboards launched, 2 report generators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210312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🏦 FINANCE DASHBOARD (7 pages)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Cash Flow &amp; Bank Position — live balances across 11 Lenco accounts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Revenue &amp; Profitability — DAASH + GoSource unified P&amp;L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Expenses — COGS vs OpEx separated, 97.7% categorized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AR Aging — GoSource credit risk with 0-30, 31-60, 61-90, 90+ day buckets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DAASH Analytics — brand performance, channel mix, order quality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Analytics — customer performance, payment mix, credit exposure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Data Health — live reconciliation status per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486400" cy="91440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💊 CUSTOMER HEALTH DASHBOARD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Health scores + Growth &amp; Retention page — for account managers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Password-gated, migrated from Render to Streamlit Cloud (cost saving)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468880"/>
            <a:ext cx="5486400" cy="9144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📊 MANAGEMENT + OPS DASHBOARDS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Management Dashboard — executive-level summary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Operations Dashboard — DAASH + GoSource daily ops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749039"/>
            <a:ext cx="5669280" cy="13716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📄 AUTOMATED REPORTS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Weekly Activation Report (PowerPoint) — 8 slides, DAASH + GoSource separated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Compares week vs 4-week trailing average, activation scorecard, brand moves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DAASH Monthly Report (PDF) — 8 slides matching leadership format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CSV download buttons on all dashboard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749039"/>
            <a:ext cx="5486400" cy="137160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🔑 KEY IMPACT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Leadership has real-time financial visibility for the first time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Account managers can see customer health without asking data team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Weekly reports auto-generate — no more manual spreadsheets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Business unit filter: IPC / GoSource / Combined across all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394960"/>
            <a:ext cx="11430000" cy="7315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Before Q1: leadership relied on manual spreadsheets pulled ad-hoc. Now: 4 live dashboards, 2 automated reports, data refreshes every 10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Data Team — Q1 2026 Business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Q1 ACHIEVEMENTS — DATA PLATFORM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Medallion architecture, 6 sources, incremental pipelines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18288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🏗️ ARCHITECTURE (Built from Scratch)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Medallion architecture: Raw → Business → Gold (proper data vault)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6 data sources ingested: DAASH, GoSource, Paystack, 9japay, Lenco IPC, Lenco GoSource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All pipelines are incremental — pull only new data, not everything every time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13 ingestion scripts (full + incremental load per source)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Expense categorization engine — 13 categories, priority-based, context-aware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486400" cy="182880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🔗 MULTI-ACCOUNT LENCO INTEGRATION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IPC Lenco: 5 sub-accounts, 40,798 transactions loaded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(Admin, Purchasing, Payments, Marketing, Management)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Lenco: 6 sub-accounts, 31,577 transactions loaded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(Main, Admin, Procurement 1&amp;2, Frozen Foods, Service Payments)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Unified dim_lenco_accounts dimension — 11 accounts in one table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Business unit filter wired across all finance dashboards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474720"/>
            <a:ext cx="5669280" cy="16459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⚙️ AUTOMATION &amp; RELIABILITY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3 GitHub Actions workflows: full pipeline, dbt-only, daily reconciliation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Email failure alerts — notifies when any pipeline fails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Daily recon at 06:00 Lagos — compares API sources vs warehouse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Paystack recon: ₦390,700 matched exactly on first run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Caught and fixed 125 missing Lenco bank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474720"/>
            <a:ext cx="5486400" cy="164592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🔧 DATA QUALITY FIXES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Removed 9japay double-counting from cash flow (same money counted twice)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expenses: ₦312M "Uncategorized" → 97.7% properly categorized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COGS separated from OpEx — procurement vs operating costs now distinct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Fixed GoSource customer name NULL bug in revenue model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Added order_channel to fact_revenue (POS vs Website attribution)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Fixed 14 duplicate brand registrations inflating active 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394960"/>
            <a:ext cx="11430000" cy="7315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Before Q1: no data pipeline existed. Data was pulled manually from multiple systems. Now: automated ingestion → transformation → dashboards with daily reconciliation.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Data Team — Q1 2026 Business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Q1 ACHIEVEMENTS — BUSINESS INSIGHTS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Strategic analysis that shaped product direction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22860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📝 DAASH ACTIVATION MEMO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Identified: 3 of 23 brands drive 82.6% of DAASH revenue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Root cause: activation problem, not acquisition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20 brands sit on POS but don't drive online traffic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Online = where IPC earns service charge. POS = ₦0 revenue for IPC.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Proposed 3 strategic bets: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GoSource × DAASH cross-platform flywheel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Milestone-based tier progression (not paywalls)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Help brands get traffic — 5 zero-build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486400" cy="228600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🔗 CROSS-PLATFORM BRAND MAPPING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Mapped 1,328 brands across GoSource and DAASH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Found 39 brands on BOTH platforms — IPC's competitive moat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₦80M GoSource credit sitting with brands NOT on DAASH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→ Ready-made cross-sell target list delivered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Surfaced: 14 duplicate brand registrations in DAASH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These inflate "active brand" counts in executive reporting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brand_match_overrides table needed for fuzzy name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931920"/>
            <a:ext cx="5669280" cy="16459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💰 CASH FLOW ARCHITECTURE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Mapped all 5 revenue streams and how money flows between platforms: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DAASH → 9japay/Paystack → swept to Lenco IPC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GoSource → direct to GoSource Lenco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IPC Logistics → Lenco IPC Admin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Shared Services / Social Media → UBA (not yet tracked)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This understanding led to removing 9japay double-counting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Documented sweep patterns to prevent future misreporting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5486400" cy="164592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🔍 DATA QUALITY INVESTIGATIONS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orders explosion audit — rows fan out 21x at product level.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Naive revenue query = ₦47.5B vs true ₦1.39B. All finance models safe.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Lenco drift investigation — 125 missing transactions traced to null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timestamp filter bug. Root cause found, fix deployed.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Lenco duplicates — "ACCOUNT TRANSFERS" entries counted twice.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Removed ₦128M in false expense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Data Team — Q1 2026 Business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Q1 CHALLENGES — HONEST ASSESSMENT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What was hard, what's still broken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22860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🔴 DATA SOURCE LIMITATIONS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does NOT track COGS per order — we can't calculate gross margin.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Supplier costs are bulk bank payments, not linked to individual orders.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This means GoSource profitability is estimated, not measured.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AR aging is unreliable — customers don't update payment status on the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platform. ₦83.9M shows as "outstanding" but some may already be paid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offline. The data reflects the platform, not reality.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Many GoSource processes are still manual — no automatic status updates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when orders are delivered, paid, or cancelled. Data lags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486400" cy="22860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🟡 TECHNICAL CHALLENGES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9japay double-counting was live for weeks before caught — same money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appeared as customer payment AND Lenco sweep. Now fixed.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No dev/prod separation — dbt dev runs write directly to production.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One mistake could corrupt live dashboards.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FindEat has zero data coverage — third product line, completely blind.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DAASH menuitems ingestion fails on every run (SSL timeout on large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collection). Low impact but persistent.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931920"/>
            <a:ext cx="11430000" cy="201168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⚠️ THE CORE ISSUE: DATA TRUST DEPENDS ON SOURCE DISCIPLINE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The data platform can only be as accurate as the data that goes into it. Right now: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orders stay "pending" for months because nobody updates the status on the platform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Payment status on credit orders is not reliably updated — AR aging shows debt that may already be collected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COGS is not tracked per order — we cannot report GoSource gross margin without manual input or a system change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Some financial processes happen outside digital systems (cash payments, offline collections, manual reconciliations)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Recommendation: Q2 needs a DATA DISCIPLINE initiative alongside the data platform — get operations teams to update the platform in real-time.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The best dashboard in the world is useless if the underlying data is stale or incomplete.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Data Team — Q1 2026 Business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Q2 PRIORITY #1 — DATA ACCURACY &amp; TRUST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Make sure every number on the dashboard is defensible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18288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📊 DATA TRUST SCORE (New)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Score 0-100 per data source, visible on Data Health page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Components: Freshness (30%), Completeness (30%), Accuracy (25%), Tests (15%)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Green (90+) / Yellow (70-89) / Red (&lt;70)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Trended weekly — track improvement over time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Goal: every source at 90+ by end of Q2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486400" cy="182880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DAILY VALIDATION CHECKS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Row count match: API source vs raw table vs gold model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Sum match: total amounts from API vs warehouse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Freshness check: alert if any source &gt;24h stale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Null-key check: catch missing primary keys (Lenco-type bug)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Cross-source recon: Paystack settlements vs Lenco credits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Email alerts on EVERY failure (already wired for pipelines)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474720"/>
            <a:ext cx="5669280" cy="13716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🧪 dbt TEST COVERAGE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Add unique + not_null tests to every gold model grain key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Business rule tests: revenue &gt; 0, dates in range, valid statuses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Run tests automatically in CI before any model change deploys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Target: 100% gold model test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474720"/>
            <a:ext cx="5486400" cy="13716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🔒 INFRASTRUCTURE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Fix dev/prod isolation — dev writes to dev schema, never prod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Lenco reconciliation (new source, needs validation)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Document "what counts where" for every source — prevent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another 9japay-style double-counting incident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120640"/>
            <a:ext cx="11430000" cy="109728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📋 DATA DISCIPLINE REQUEST (Needs Operations Buy-In)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GoSource team updates order status when delivered — not days later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GoSource team updates payment status when credit is collected — AR aging depends on this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Instrument COGS per order in GoSource platform — without this, gross margin is a guess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4. Standardize brand names across DAASH + GoSource — 14 duplicates inflate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Data Team — Q1 2026 Business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Q2 PRIORITY #2 — ACTIVATION &amp; GROWTH ANALYTICS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The business problem: same top 3 brands drive everything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210312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🎯 DAASH ACTIVATION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Brand Activation Score — composite metric ranking each brand's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platform usage. Define "activated" = measurable outcome first.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Activation funnel: signup → first POS → first online → repeat → 500/mo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Track web order share per brand weekly (target: 30%)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Study Boli &amp; Grills — 61% web share from day 1. What did they do?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Package that playbook for Captains Cafeteria (143 POS, 0 web).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486400" cy="210312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📦 GOSOURCE GROWTH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Per-order COGS tracking (needs platform change)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Credit product revival or formal retirement decision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AR: ₦83.9M all 90+ days — propose credit freeze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until top 5 debtors start repaying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Monthly cross-platform cohort report — are cross-sell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efforts moving the needle?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749039"/>
            <a:ext cx="5669280" cy="16459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📊 NEW CAPABILITIES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Cross-platform brand page in Streamlit (data ready, needs UI)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Win-back CSV per brand — inactive customers for WhatsApp outreach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Automated weekly report delivery (currently manual)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Dashboard usage tracking — know which pages are actually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749039"/>
            <a:ext cx="5486400" cy="164592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🔗 NEW DATA SOURCES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Lenco ✅ Done (shipped April)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UBA bank — shared services + social media revenue. Needed?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FindEat — zero coverage today. Decision needed: invest or not?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Payroll via Management Lenco sub-account (not yet active)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Data Team — Q1 2026 Business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 — Q1 DELIVERED, Q2 FOCUSED</a:t>
            </a:r>
          </a:p>
          <a:p>
            <a:pPr>
              <a:defRPr sz="1200">
                <a:solidFill>
                  <a:srgbClr val="BBBBBB"/>
                </a:solidFill>
              </a:defRPr>
            </a:pP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228600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Q1 DELIVERED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4 production dashboards (Finance, Customer Health, Mgmt, Ops)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Data platform from scratch — 6 sources, medallion architecture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11 Lenco accounts integrated (IPC + GoSource)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Daily automated reconciliation with email failure alerts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Strategic insights: activation memo, cross-platform mapping,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cash flow architecture, data quality investigations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GoSource expenses: 0% → 97.7% categorized, COGS separated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Weekly + monthly automated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486400" cy="22860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🎯 Q2 FOCUS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DATA ACCURACY — trust score, dbt tests, daily validation,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dev/prod isolation. Every number must be defensible.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ACTIVATION ANALYTICS — brand score, funnel tracking,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web order share targets, win-back automation.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SOURCE DISCIPLINE — GoSource needs to update statuses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in real-time. COGS needs to be tracked per order.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4. NEW CAPABILITIES — cross-platform UI, FindEat decision,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automated report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931920"/>
            <a:ext cx="11430000" cy="13716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💡 THE ASK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Operations buy-in on data discipline — order status updates, payment tracking, COGS instrumentation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Decision on FindEat data coverage — should we invest or defer?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One Brand Success headcount (activation memo proposal) — to execute Google profiles, WhatsApp templates, QR flyers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4. Continued investment in data infrastructure — this platform is maintained by one person across 3 product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577840"/>
            <a:ext cx="11430000" cy="73152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Built by one person covering engineering + analytics across 3 products, 6 data sources, 4 dashboards. The Q2 priority is making every number trustworthy and every insight actionable.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Data Team — Q1 2026 Business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