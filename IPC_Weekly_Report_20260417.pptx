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IPC WEEKLY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PERFORMANCE REPORT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CCCC"/>
                </a:solidFill>
              </a:defRPr>
            </a:pPr>
            <a:r>
              <a:t>Week of 17 Apr – 23 Apr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303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DAASH (Slides 2–4)  •  GoSource (Slides 5–7)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vs 4-week trailing average  •  Management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WEEKLY SNAPSHOT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Week of 17 Apr – 23 Apr 2026 • Food Delivery B2C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IPC SERVICE CHARGE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₦702K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-10.1%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GMV (FOOD SOLD)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₦113.9M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-5.4%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DELIVERED ORDERS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8,183</a:t>
            </a:r>
          </a:p>
          <a:p>
            <a:pPr algn="ctr">
              <a:spcBef>
                <a:spcPts val="200"/>
              </a:spcBef>
              <a:defRPr sz="900">
                <a:solidFill>
                  <a:srgbClr val="1B8A3A"/>
                </a:solidFill>
              </a:defRPr>
            </a:pPr>
            <a:r>
              <a:t>▲ +0.4%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AVG ORDER VALUE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₦14K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-5.7%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B7280"/>
                </a:solidFill>
              </a:defRPr>
            </a:pPr>
            <a:r>
              <a:t>IPC Service Charge = what IPC actually earns. GMV = total food value processed. They are not the same.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34747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ACTIVE BRANDS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21</a:t>
            </a:r>
          </a:p>
          <a:p>
            <a:pPr algn="ctr">
              <a:spcBef>
                <a:spcPts val="200"/>
              </a:spcBef>
              <a:defRPr sz="900">
                <a:solidFill>
                  <a:srgbClr val="1B8A3A"/>
                </a:solidFill>
              </a:defRPr>
            </a:pPr>
            <a:r>
              <a:t>4wk avg: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01752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3072384"/>
            <a:ext cx="34747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WEB ORDER SHARE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15.6%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Target: 30% — below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017520"/>
            <a:ext cx="3931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3072384"/>
            <a:ext cx="39319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TOP 3 CONCENTRATION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86.2%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Target: &lt;70% — high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📊 WHAT THIS MEANS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Service charge ▼ -10.1% vs 4-week average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Top 3 brands drive 86% of all food value — high dependency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Web orders at 16% (target 30%) — most activity still on POS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POS orders generate ₦0 service charge for IPC — online is where we 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17 Apr – 23 Apr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CHANNEL MIX &amp; BRAND HEALTH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Where orders come from and which brands need attention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212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731520"/>
                <a:gridCol w="109728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GMV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vs 4wk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6,910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₦93.0M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 +3.1%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Website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1,273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₦20.9M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 -12.0%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468880"/>
            <a:ext cx="5486400" cy="7315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POS = in-store (₦0 service charge). Website = online (generates IPC revenue). Push brands toward website ordering.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18288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⚠️ WENT QUIET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Big Belly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Goldplates Feast House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Nouraé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TT's Kitchen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→ Action: call to check — supply issue? holiday? competitor?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474720"/>
            <a:ext cx="5303520" cy="18288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🎯 ACTIVATION TARGETS (POS-heavy, zero web)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Captains Cafeteria — 159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Pitakwa Boleandgrill — 149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Urban Bites — 108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Bella’s Bites Food Truck — 23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→ Action: set up Google Business Profile, send WhatsApp 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486400" cy="10972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🆕 NEW &amp; REACTIVATED BRANDS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🆕 NEW: Ciscacecil store — 1 orders this week (first ever: 2026-04-20)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🔄 REACTIVATED: Glow Room Beauty Shop — 1 orders this week (first ever: 2025-06-14)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5486400" cy="146304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WINS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Active brands above average (21 vs 20)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 brand new brand(s) activated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 dormant brand(s) reactivated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17 Apr – 23 Apr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TOP MOVERS VS 4-WEEK AVERAGE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Which brands are growing, shrinking, or steady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1323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1097280"/>
                <a:gridCol w="1097280"/>
                <a:gridCol w="1097280"/>
                <a:gridCol w="7315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This Week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4wk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vs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3,864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4,023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-4.0%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1,974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1,656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+19.2%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▲▲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1,388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1,435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-3.3%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Mr. Krums Ltd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205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-13.9%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Captains Cafeteria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+0.8%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Pitakwa Boleandgrill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-0.7%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Spicy Corner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-13.4%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Urban Bites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+17.1%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▲▲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114800"/>
            <a:ext cx="7772400" cy="640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Brands above their 4-week average are growing organically. Brands below may need an ops check-in or activation push.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5029200"/>
          <a:ext cx="62179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097280"/>
                <a:gridCol w="1280160"/>
                <a:gridCol w="9144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Service Charge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GMV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Web %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W-1 (10 Apr)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₦662K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7,835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₦109.8M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W-2 (03 Apr)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₦947K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8,254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₦124.8M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W-3 (27 Mar)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₦799K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8,508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₦130.2M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W-4 (20 Mar)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₦718K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8,007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₦117.0M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17.0%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4-Week Avg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₦781K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8,151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₦120.5M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371600"/>
            <a:ext cx="3017520" cy="41148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📈 4-WEEK CONTEXT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weekly SC: ₦781K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weekly orders: 8,151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web share: 17.7%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This week SC: ₦702K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Trend: below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17 Apr – 23 Apr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WEEKLY SNAPSHOT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Week of 17 Apr – 23 Apr 2026 • B2B Procurement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IPC SERVICE CHARGE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Credit product dormant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GMV (GOODS SOLD)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₦2.1M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-80.1%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DELIVERED ORDERS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5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4wk avg: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ACTIVE CUSTOMERS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3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No new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11247120" cy="1097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⚠️ VOLUME ALERT: 5 delivered orders vs 25 weekly average. GMV at ₦2.1M — ▼ -80.1% vs trend.</a:t>
            </a:r>
          </a:p>
          <a:p>
            <a:pPr>
              <a:defRPr sz="1000">
                <a:solidFill>
                  <a:srgbClr val="FFCCCC"/>
                </a:solidFill>
              </a:defRPr>
            </a:pPr>
            <a:r>
              <a:t>22 orders stuck in 'pending' status — these need follow-up. Each pending order is potential ₦427K in GMV.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30352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🆕 NEW &amp; REACTIVATED CUSTOMERS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No new or reactivated customers this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9496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BRIGHT SPOTS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Customer acquisition continues despite volume dip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17 Apr – 23 Apr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ORDER PIPELINE &amp; BLOCKERS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What's in the system and what's stuck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40233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Delivered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1371600"/>
          <a:ext cx="54864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91440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 Date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Days Pending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Est. Value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Ajebo Chops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₦229K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2026-04-17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₦506K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₦400K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₦132K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₦226K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Firewood Jollof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₦972K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Smoothiezee Juice 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₦72K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Smoke and Spice Social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2026-04-19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₦79K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₦432K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2026-04-20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₦844K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📋 WHAT TO DO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22 pending orders = potential ₦9.4M in GMV if unblocked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Call each pending customer — confirm delivery schedule or cancel to free inventory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Orders pending 7+ days are likely dead unless someone intervenes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Delivered orders this week: 5 — investigate if fulfillment is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17 Apr – 23 Apr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ACCOUNTS RECEIVABLE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Money owed to IPC as of 24 Apr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3474720" cy="104241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TOTAL OUTSTANDING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₦83.9M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100% is 90+ days overdue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1426464"/>
            <a:ext cx="3474720" cy="104241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90+ DAYS OVERDUE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₦83.9M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of ₦83.9M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426464"/>
            <a:ext cx="3749039" cy="104241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OVERDUE INVOICES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248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All legacy debt (pre-2025)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743200"/>
          <a:ext cx="53949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1371600"/>
                <a:gridCol w="9144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Outstanding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Invoices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₦39.1M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 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₦9.8M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₦9.2M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Food Court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₦8.6M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 subs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₦6.4M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2743200"/>
            <a:ext cx="4846320" cy="32004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⚠️ COLLECTIONS STATUS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The entire ₦83.9M AR book is 90+ days overdue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This is not an aging problem — it is a collections crisis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AR exceeds 202x monthly GoSource GMV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RECOMMENDED ACTIONS: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Freeze new credit until balances clear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Final demand letters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Escalate top 5 debtors to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03520"/>
            <a:ext cx="11247120" cy="9144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💡 CONTEXT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No new credit is being extended — all orders are now transfer-only. The AR is legacy debt. 3 customers still ordering actively — demand exists, the issue is credit discipline.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17 Apr – 23 Apr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WINS &amp; RECOMMENDED ACTIONS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Week of 17 Apr – 23 Apr 2026 • Summary for Leadership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303520" cy="347472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THIS WEEK'S WINS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Active DAASH brands at 21, retention holds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Glow Room Beauty Shop reactivated after months dormant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GoSource has 22 pending orders — demand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371600"/>
            <a:ext cx="5760720" cy="347472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📋 RECOMMENDED ACTIONS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Study Boli &amp; Grills' web playbook and replicate (Product) — 61% web share day 1, package for Captains, Pitakwa, Urban Bites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Unblock 22 stuck GoSource orders (Ops) — GMV collapsed but demand is pending, not gone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Web activation sprint: 3 POS-heavy brands (Growth) — Google profiles, Instagram order buttons, QR table cards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4. Call Papa’s grill about ₦39.1M overdue (Account Mgmt) — largest debtor AND top revenue driver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5. Re-engage quiet brands: Big Belly, Goldplates Feast House, Nouraé (Account Mgmt) — WhatsApp check-in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6. Pause new GoSource credit until AR improves (Finance) — all ₦83.9M is 90+ days overdue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120640"/>
            <a:ext cx="11430000" cy="109728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💡 HEADLINE OF THE WEEK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Activation remains the core challenge — 16% web share vs 30% target. Every POS-only brand is leaving IPC revenue on the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17 Apr – 23 Apr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