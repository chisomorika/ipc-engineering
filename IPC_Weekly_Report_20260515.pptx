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IPC WEEKLY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PERFORMANCE REPORT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CCCC"/>
                </a:solidFill>
              </a:defRPr>
            </a:pPr>
            <a:r>
              <a:t>Week of 15 May – 21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303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DAASH (Slides 2–4)  •  GoSource (Slides 5–6)  •  Wins &amp; Actions (Slide 7)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vs 4-week trailing average  • 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WEEKLY SNAPSHOT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15 May – 21 May 2026 • Food Delivery B2C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₦930K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▲ +15.3%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GMV (FOOD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₦123.8M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▲ +5.0%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9,197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▲ +6.8%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AVG ORDER VALUE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₦13K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B7280"/>
                </a:solidFill>
              </a:defRPr>
            </a:pPr>
            <a:r>
              <a:t>IPC Service Charge = what IPC actually earns. GMV = total food value processed. They are not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ACTIVE BRANDS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18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4wk avg: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WEB ORDER SHARE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16.2%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30% — below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017520"/>
            <a:ext cx="3931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072384"/>
            <a:ext cx="39319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TOP 3 CONCENTRATION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84.9%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&lt;70% — high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WHAT THIS MEANS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Service charge ▲ +15.3% vs 4-week average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Top 3 brands drive 85% of all food value — high dependency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Web orders at 16% (target 30%) — most activity still on POS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POS orders generate ₦0 service charge for IPC — online is where we 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15 May – 21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CHANNEL MIX &amp; BRAND HEALTH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Where orders come from and which brands need attention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212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731520"/>
                <a:gridCol w="10972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7,711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₦99.6M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 +7.5%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Website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1,486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₦24.2M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 +2.9%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468880"/>
            <a:ext cx="5486400" cy="7315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POS = in-store (₦0 service charge). Website = online (generates IPC revenue). Push brands toward website ordering.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1828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WENT QUIET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All brands active this week — no churn 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474720"/>
            <a:ext cx="5303520" cy="1828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🎯 ACTIVATION TARGETS (POS-heavy, zero web)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Pitakwa Boleandgrill — 203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Captains Cafeteria — 167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Urban Bites — 59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Bella’s Bites Food Truck — 29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14Flame Grill — 18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→ Action: set up Google Business Profile, send WhatsApp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486400" cy="10972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BRANDS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or reactivated brands this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5486400" cy="146304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WINS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Service charge above 4-week average (₦930K)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Papas Grill grew 6.3% vs 4-week avg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Zero brand churn this week — 100%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15 May – 21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TOP MOVERS VS 4-WEEK AVERAGE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Which brands are growing, shrinking, or steady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1323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1097280"/>
                <a:gridCol w="1097280"/>
                <a:gridCol w="1097280"/>
                <a:gridCol w="7315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This 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vs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4,246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3,996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+6.3%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1,999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1,711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+16.8%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1,833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1,859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-1.4%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Pitakwa Boleandgrill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+29.7%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Mr. Krums Ltd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-4.5%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Captains Cafeteria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+6.9%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Spicy Corner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+14.1%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Boli &amp; Grills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+37.1%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114800"/>
            <a:ext cx="77724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Brands above their 4-week average are growing organically. Brands below may need an ops check-in or activation push.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5029200"/>
          <a:ext cx="6217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97280"/>
                <a:gridCol w="128016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Charge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Web %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W-1 (08 May)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₦953K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9,104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₦121.1M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W-2 (01 May)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₦750K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8,485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₦114.8M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16.3%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W-3 (24 Apr)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₦822K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8,633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₦121.0M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W-4 (17 Apr)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₦702K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8,235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₦114.8M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4-Week Avg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₦807K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8,614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₦117.9M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371600"/>
            <a:ext cx="3017520" cy="41148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📈 4-WEEK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SC: ₦807K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orders: 8,614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web share: 16.7%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week SC: ₦930K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Trend: above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15 May – 21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WEEKLY SNAPSHOT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Week of 15 May – 21 May 2026 • B2B Procurement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Credit product dormant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GMV (GOODS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₦626K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-92.9%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4wk avg: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ACTIVE CUSTOMERS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No new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47120" cy="1097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VOLUME ALERT: 2 delivered orders vs 16 weekly average. GMV at ₦626K — ▼ -92.9% vs trend.</a:t>
            </a:r>
          </a:p>
          <a:p>
            <a:pPr>
              <a:defRPr sz="1000">
                <a:solidFill>
                  <a:srgbClr val="FFCCCC"/>
                </a:solidFill>
              </a:defRPr>
            </a:pPr>
            <a:r>
              <a:t>32 orders stuck in 'pending' status — these need follow-up. Each pending order is potential ₦546K in GMV.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CUSTOMERS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or reactivated customers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9496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BRIGHT SPOTS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Customer acquisition continues despite volume dip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15 May – 21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ORDER PIPELINE &amp; BLOCKERS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What's in the system and what's stuck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0233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371600"/>
          <a:ext cx="5486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1440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Days Pending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Value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₦534K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Eat N' Go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₦166K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₦484K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Jęun Eats Limited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₦865K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Firewood Jollof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₦1.6M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Smoke and Spice Social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₦105K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₦580K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₦581K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₦676K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2026-05-18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₦1.0M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WHAT TO DO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32 pending orders = potential ₦17.5M in GMV if unblocked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Call each pending customer — confirm delivery schedule or cancel to free inventory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Orders pending 7+ days are likely dead unless someone intervenes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Delivered orders this week: 2 — investigate if fulfillment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15 May – 21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WINS &amp; RECOMMENDED ACTIONS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15 May – 21 May 2026 • Summary for 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303520" cy="347472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THIS WEEK'S WINS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Active DAASH brands at 18, retention holds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GoSource has 32 pending orders — demand exists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DAASH service charge above 4-week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760720" cy="34747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RECOMMENDED ACTIONS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Study Boli &amp; Grills' web playbook and replicate (Product) — 61% web share day 1, package for Captains, Pitakwa, Urban Bites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Unblock 32 stuck GoSource orders (Ops) — GMV collapsed but demand is pending, not gone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Web activation sprint: 3 POS-heavy brands (Growth) — Google profiles, Instagram order buttons, QR table cards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Call Papa’s grill about ₦39.1M overdue (Account Mgmt) — largest debtor AND top revenue driver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6. Pause new GoSource credit until AR improves (Finance) — all ₦83.9M is 90+ days overdue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💡 HEADLINE OF THE WEEK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Activation remains the core challenge — 16% web share vs 30% target. Every POS-only brand is leaving IPC revenue on the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15 May – 21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