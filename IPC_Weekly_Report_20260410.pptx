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IPC WEEKLY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PERFORMANCE REPORT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CCCC"/>
                </a:solidFill>
              </a:defRPr>
            </a:pPr>
            <a:r>
              <a:t>Week of 10 Apr – 16 Apr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303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DAASH (Slides 2–4)  •  GoSource (Slides 5–7)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vs 4-week trailing average  •  Management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WEEKLY SNAPSHOT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Week of 10 Apr – 16 Apr 2026 • Food Delivery B2C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IPC SERVICE CHARGE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₦662K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-15.2%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GMV (FOOD SOLD)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₦108.9M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-9.5%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DELIVERED ORDERS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7,787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-3.0%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426464"/>
            <a:ext cx="2606040" cy="10881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AVG ORDER VALUE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₦14K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-6.6%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B7280"/>
                </a:solidFill>
              </a:defRPr>
            </a:pPr>
            <a:r>
              <a:t>IPC Service Charge = what IPC actually earns. GMV = total food value processed. They are not the same.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34747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ACTIVE BRANDS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22</a:t>
            </a:r>
          </a:p>
          <a:p>
            <a:pPr algn="ctr">
              <a:spcBef>
                <a:spcPts val="200"/>
              </a:spcBef>
              <a:defRPr sz="900">
                <a:solidFill>
                  <a:srgbClr val="1B8A3A"/>
                </a:solidFill>
              </a:defRPr>
            </a:pPr>
            <a:r>
              <a:t>4wk avg: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01752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3072384"/>
            <a:ext cx="34747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WEB ORDER SHARE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15.5%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Target: 30% — below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017520"/>
            <a:ext cx="3931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3072384"/>
            <a:ext cx="3931920" cy="85953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TOP 3 CONCENTRATION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86.1%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Target: &lt;70% — high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11247120" cy="201168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📊 WHAT THIS MEANS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Service charge ▼ -15.2% vs 4-week average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Top 3 brands drive 86% of all food value — high dependency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Web orders at 16% (target 30%) — most activity still on POS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POS orders generate ₦0 service charge for IPC — online is where we 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10 Apr – 16 Apr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CHANNEL MIX &amp; BRAND HEALTH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Where orders come from and which brands need attention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212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731520"/>
                <a:gridCol w="1097280"/>
                <a:gridCol w="1371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GMV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vs 4wk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6,579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₦89.2M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 -0.2%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Website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1,208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₦19.7M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 -16.1%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468880"/>
            <a:ext cx="5486400" cy="73152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POS = in-store (₦0 service charge). Website = online (generates IPC revenue). Push brands toward website ordering.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18288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⚠️ WENT QUIET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lalaba restaurant and bar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Roasty Smokey — was active last week, no orders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→ Action: call to check — supply issue? holiday? competitor?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474720"/>
            <a:ext cx="5303520" cy="18288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B45D09"/>
                </a:solidFill>
              </a:defRPr>
            </a:pPr>
            <a:r>
              <a:t>🎯 ACTIVATION TARGETS (POS-heavy, zero web)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Captains Cafeteria — 167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Pitakwa Boleandgrill — 131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Urban Bites — 96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• Bella’s Bites Food Truck — 30 POS orders, 0 web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→ Action: set up Google Business Profile, send WhatsApp template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486400" cy="10972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🆕 NEW &amp; REACTIVATED BRANDS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🆕 NEW: Boli &amp; Grills — 41 orders this week (first ever: 2026-04-14)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🆕 NEW: Nouraé — 1 orders this week (first ever: 2026-04-10)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🔄 REACTIVATED: Big Belly — 1 orders this week (first ever: 2025-10-16)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5486400" cy="146304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WINS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Active brands above average (22 vs 19)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 brand new brand(s) activated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 dormant brand(s) reactivated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10 Apr – 16 Apr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DAASH — TOP MOVERS VS 4-WEEK AVERAGE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Which brands are growing, shrinking, or steady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1323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1097280"/>
                <a:gridCol w="1097280"/>
                <a:gridCol w="1097280"/>
                <a:gridCol w="7315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This Week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4wk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vs Avg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Trend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3,757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4,012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-6.4%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1,712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1,540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+11.2%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1,407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1,408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-0.1%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Mr. Krums Ltd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212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-14.5%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Captains Cafeteria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+13.8%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Spicy Corner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-7.1%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Pitakwa Boleandgrill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-18.3%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▼▼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Urban Bites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+13.3%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▲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114800"/>
            <a:ext cx="7772400" cy="6400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6B7280"/>
                </a:solidFill>
              </a:defRPr>
            </a:pPr>
            <a:r>
              <a:t>Brands above their 4-week average are growing organically. Brands below may need an ops check-in or activation push.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5029200"/>
          <a:ext cx="62179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097280"/>
                <a:gridCol w="1280160"/>
                <a:gridCol w="9144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Service Charge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GMV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Web %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W-1 (03 Apr)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₦947K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8,239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₦124.6M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19.9%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W-2 (27 Mar)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₦799K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8,508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₦130.2M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17.8%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W-3 (20 Mar)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₦718K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8,007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₦117.0M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W-4 (13 Mar)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₦658K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7,371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₦109.6M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4-Week Avg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₦780K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8,031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₦120.4M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371600"/>
            <a:ext cx="3017520" cy="41148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📈 4-WEEK CONTEXT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weekly SC: ₦780K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weekly orders: 8,031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Avg web share: 17.9%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This week SC: ₦662K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Trend: below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10 Apr – 16 Apr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WEEKLY SNAPSHOT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Week of 10 Apr – 16 Apr 2026 • B2B Procurement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IPC SERVICE CHARGE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₦0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Credit product dormant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4612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GMV (GOODS SOLD)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₦3.7M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▼ -69.9%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DELIVERED ORDERS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8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4wk avg: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426464"/>
            <a:ext cx="2606040" cy="1088136"/>
          </a:xfrm>
          <a:prstGeom prst="rect">
            <a:avLst/>
          </a:prstGeom>
          <a:solidFill>
            <a:srgbClr val="E8F8E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0D7C66"/>
                </a:solidFill>
              </a:defRPr>
            </a:pPr>
            <a:r>
              <a:t>ACTIVE CUSTOMERS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4</a:t>
            </a:r>
          </a:p>
          <a:p>
            <a:pPr algn="ctr">
              <a:spcBef>
                <a:spcPts val="200"/>
              </a:spcBef>
              <a:defRPr sz="900">
                <a:solidFill>
                  <a:srgbClr val="1B8A3A"/>
                </a:solidFill>
              </a:defRPr>
            </a:pPr>
            <a:r>
              <a:t>1 new this week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11247120" cy="10972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⚠️ VOLUME ALERT: 8 delivered orders vs 30 weekly average. GMV at ₦3.7M — ▼ -69.9% vs trend.</a:t>
            </a:r>
          </a:p>
          <a:p>
            <a:pPr>
              <a:defRPr sz="1000">
                <a:solidFill>
                  <a:srgbClr val="FFCCCC"/>
                </a:solidFill>
              </a:defRPr>
            </a:pPr>
            <a:r>
              <a:t>16 orders stuck in 'pending' status — these need follow-up. Each pending order is potential ₦400K in GMV.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30352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🆕 NEW &amp; REACTIVATED CUSTOMERS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🆕 NEW: Restore by ada — 1 order(s) (first ever: 2026-04-11)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394960" cy="201168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BRIGHT SPOTS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 brand new customer(s) acquired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10 Apr – 16 Apr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ORDER PIPELINE &amp; BLOCKERS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What's in the system and what's stuck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4023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Delivered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Partially_Delivered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1371600"/>
          <a:ext cx="54864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914400"/>
                <a:gridCol w="10972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Order Date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Days Pending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Est. Value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Eat N' Go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₦166K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Chowder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2026-04-10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₦70K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7d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₦759K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₦257K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Spicy Corner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₦248K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 Sandwich &amp; Baker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₦454K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Amen Smith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₦173K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2026-04-15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₦399K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₦329K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2026-04-15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2d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₦447K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📋 WHAT TO DO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16 pending orders = potential ₦6.4M in GMV if unblocked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Call each pending customer — confirm delivery schedule or cancel to free inventory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Orders pending 7+ days are likely dead unless someone intervenes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Delivered orders this week: 8 — investigate if fulfillment is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10 Apr – 16 Apr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GOSOURCE — ACCOUNTS RECEIVABLE</a:t>
            </a:r>
          </a:p>
          <a:p>
            <a:pPr>
              <a:defRPr sz="1200">
                <a:solidFill>
                  <a:srgbClr val="CCEEDD"/>
                </a:solidFill>
              </a:defRPr>
            </a:pPr>
            <a:r>
              <a:t>Money owed to IPC as of 17 Apr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3474720" cy="104241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TOTAL OUTSTANDING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₦83.9M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100% is 90+ days overdue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1371600"/>
            <a:ext cx="34747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1426464"/>
            <a:ext cx="3474720" cy="104241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90+ DAYS OVERDUE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₦83.9M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of ₦83.9M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371600"/>
            <a:ext cx="3749039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426464"/>
            <a:ext cx="3749039" cy="1042416"/>
          </a:xfrm>
          <a:prstGeom prst="rect">
            <a:avLst/>
          </a:prstGeom>
          <a:solidFill>
            <a:srgbClr val="FDE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C0392B"/>
                </a:solidFill>
              </a:defRPr>
            </a:pPr>
            <a:r>
              <a:t>OVERDUE INVOICES</a:t>
            </a:r>
          </a:p>
          <a:p>
            <a:pPr algn="ctr">
              <a:spcBef>
                <a:spcPts val="400"/>
              </a:spcBef>
              <a:defRPr sz="2600" b="1">
                <a:solidFill>
                  <a:srgbClr val="1A1A2E"/>
                </a:solidFill>
              </a:defRPr>
            </a:pPr>
            <a:r>
              <a:t>248</a:t>
            </a:r>
          </a:p>
          <a:p>
            <a:pPr algn="ctr">
              <a:spcBef>
                <a:spcPts val="200"/>
              </a:spcBef>
              <a:defRPr sz="900">
                <a:solidFill>
                  <a:srgbClr val="DC2626"/>
                </a:solidFill>
              </a:defRPr>
            </a:pPr>
            <a:r>
              <a:t>All legacy debt (pre-2025)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743200"/>
          <a:ext cx="53949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743200"/>
                <a:gridCol w="1371600"/>
                <a:gridCol w="9144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Outstanding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Invoices</a:t>
                      </a:r>
                    </a:p>
                  </a:txBody>
                  <a:tcPr marL="54864" marR="54864" marT="27432" marB="27432">
                    <a:solidFill>
                      <a:srgbClr val="0E2A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Papa’s grill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₦39.1M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Citysubs 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₦9.8M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Wings bistro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₦9.2M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Food Court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₦8.6M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54864" marR="54864" marT="27432" marB="27432">
                    <a:solidFill>
                      <a:srgbClr val="F8F9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City subs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₦6.4M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2743200"/>
            <a:ext cx="4846320" cy="32004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⚠️ COLLECTIONS STATUS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The entire ₦83.9M AR book is 90+ days overdue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This is not an aging problem — it is a collections crisis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AR exceeds 172x monthly GoSource GMV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RECOMMENDED ACTIONS: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Freeze new credit until balances clear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Final demand letters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Escalate top 5 debtors to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03520"/>
            <a:ext cx="11247120" cy="91440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💡 CONTEXT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No new credit is being extended — all orders are now transfer-only. The AR is legacy debt. 4 customers still ordering actively — demand exists, the issue is credit discipline.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10 Apr – 16 Apr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WINS &amp; RECOMMENDED ACTIONS</a:t>
            </a:r>
          </a:p>
          <a:p>
            <a:pPr>
              <a:defRPr sz="1200">
                <a:solidFill>
                  <a:srgbClr val="FFDDDD"/>
                </a:solidFill>
              </a:defRPr>
            </a:pPr>
            <a:r>
              <a:t>Week of 10 Apr – 16 Apr 2026 • Summary for Leadership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303520" cy="3474720"/>
          </a:xfrm>
          <a:prstGeom prst="round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1B8A3A"/>
                </a:solidFill>
              </a:defRPr>
            </a:pPr>
            <a:r>
              <a:t>✅ THIS WEEK'S WINS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Boli &amp; Grills: 41 orders in first 3 days — fastest launch this year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Boli &amp; Grills web share 61% — only brand where web beats POS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Active DAASH brands at 22, retention holds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Big Belly reactivated after months dormant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 brand new DAASH brands activated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New GoSource customer: Restore by ada — pipeline producing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GoSource has 16 pending orders — demand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371600"/>
            <a:ext cx="5760720" cy="347472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200" b="1">
                <a:solidFill>
                  <a:srgbClr val="0E2A47"/>
                </a:solidFill>
              </a:defRPr>
            </a:pPr>
            <a:r>
              <a:t>📋 RECOMMENDED ACTIONS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1. Study Boli &amp; Grills' web playbook and replicate (Product) — 61% web share day 1, package for Captains, Pitakwa, Urban Bites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2. Unblock 16 stuck GoSource orders (Ops) — GMV collapsed but demand is pending, not gone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3. Web activation sprint: 3 POS-heavy brands (Growth) — Google profiles, Instagram order buttons, QR table cards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4. Call Papa’s grill about ₦39.1M overdue (Account Mgmt) — largest debtor AND top revenue driver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5. Re-engage quiet brands: lalaba restaurant and bar, Roasty Smokey (Account Mgmt) — WhatsApp check-in this week</a:t>
            </a:r>
          </a:p>
          <a:p>
            <a:pPr>
              <a:spcBef>
                <a:spcPts val="300"/>
              </a:spcBef>
              <a:defRPr sz="900">
                <a:solidFill>
                  <a:srgbClr val="1A1A2E"/>
                </a:solidFill>
              </a:defRPr>
            </a:pPr>
            <a:r>
              <a:t>6. Pause new GoSource credit until AR improves (Finance) — all ₦83.9M is 90+ days overdue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120640"/>
            <a:ext cx="11430000" cy="1097280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💡 HEADLINE OF THE WEEK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Boli &amp; Grills proved web-first activation works in 3 days — now we need to make it the standard, not the exception.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</a:defRPr>
            </a:pPr>
            <a:r>
              <a:t>IPC Weekly Report • 10 Apr – 16 Apr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